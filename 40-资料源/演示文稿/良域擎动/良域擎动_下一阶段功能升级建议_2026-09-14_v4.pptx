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28c94420184c8d" /><Relationship Type="http://schemas.openxmlformats.org/officeDocument/2006/relationships/extended-properties" Target="/docProps/app.xml" Id="R252e1ef1fcfa4a9c" /><Relationship Type="http://schemas.openxmlformats.org/officeDocument/2006/relationships/officeDocument" Target="/ppt/presentation.xml" Id="R7bf54c79312a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d16d9138847fd"/>
  </p:sldMasterIdLst>
  <p:notesMasterIdLst>
    <p:notesMasterId xmlns:r="http://schemas.openxmlformats.org/officeDocument/2006/relationships" r:id="R9aaeb2a6ad5e465d"/>
  </p:notesMasterIdLst>
  <p:sldIdLst>
    <p:sldId xmlns:r="http://schemas.openxmlformats.org/officeDocument/2006/relationships" id="256" r:id="R146e9468a363411e"/>
    <p:sldId xmlns:r="http://schemas.openxmlformats.org/officeDocument/2006/relationships" id="257" r:id="Rf1b5c0c97bb3446d"/>
    <p:sldId xmlns:r="http://schemas.openxmlformats.org/officeDocument/2006/relationships" id="258" r:id="R60e9bce1d2e8499e"/>
    <p:sldId xmlns:r="http://schemas.openxmlformats.org/officeDocument/2006/relationships" id="259" r:id="R1cb8609c4a5449a5"/>
    <p:sldId xmlns:r="http://schemas.openxmlformats.org/officeDocument/2006/relationships" id="260" r:id="R99062e381e40471b"/>
    <p:sldId xmlns:r="http://schemas.openxmlformats.org/officeDocument/2006/relationships" id="261" r:id="R1f2ce24a4d9144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42518f941d4034" /><Relationship Type="http://schemas.openxmlformats.org/officeDocument/2006/relationships/slideMaster" Target="/ppt/slideMasters/slideMaster1.xml" Id="R01ed16d9138847fd" /><Relationship Type="http://schemas.openxmlformats.org/officeDocument/2006/relationships/notesMaster" Target="/ppt/notesMasters/notesMaster1.xml" Id="R9aaeb2a6ad5e465d" /><Relationship Type="http://schemas.openxmlformats.org/officeDocument/2006/relationships/presProps" Target="/ppt/presProps.xml" Id="R5cd266e3002d4e6a" /><Relationship Type="http://schemas.openxmlformats.org/officeDocument/2006/relationships/tableStyles" Target="/ppt/tableStyles.xml" Id="Rea164ee030484285" /><Relationship Type="http://schemas.openxmlformats.org/officeDocument/2006/relationships/slide" Target="/ppt/slides/slide1.xml" Id="R146e9468a363411e" /><Relationship Type="http://schemas.openxmlformats.org/officeDocument/2006/relationships/slide" Target="/ppt/slides/slide2.xml" Id="Rf1b5c0c97bb3446d" /><Relationship Type="http://schemas.openxmlformats.org/officeDocument/2006/relationships/slide" Target="/ppt/slides/slide3.xml" Id="R60e9bce1d2e8499e" /><Relationship Type="http://schemas.openxmlformats.org/officeDocument/2006/relationships/slide" Target="/ppt/slides/slide4.xml" Id="R1cb8609c4a5449a5" /><Relationship Type="http://schemas.openxmlformats.org/officeDocument/2006/relationships/slide" Target="/ppt/slides/slide5.xml" Id="R99062e381e40471b" /><Relationship Type="http://schemas.openxmlformats.org/officeDocument/2006/relationships/slide" Target="/ppt/slides/slide6.xml" Id="R1f2ce24a4d9144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c5146c8e442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fee4a1faaf407b" /><Relationship Type="http://schemas.openxmlformats.org/officeDocument/2006/relationships/notesMaster" Target="/ppt/notesMasters/notesMaster1.xml" Id="R6cfd78dbbc154d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1a387e400c4a56" /><Relationship Type="http://schemas.openxmlformats.org/officeDocument/2006/relationships/notesMaster" Target="/ppt/notesMasters/notesMaster1.xml" Id="Rf83bdc99d1a6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8dc1fe1804255" /><Relationship Type="http://schemas.openxmlformats.org/officeDocument/2006/relationships/notesMaster" Target="/ppt/notesMasters/notesMaster1.xml" Id="Rbe9719f52b45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eda20144994236" /><Relationship Type="http://schemas.openxmlformats.org/officeDocument/2006/relationships/notesMaster" Target="/ppt/notesMasters/notesMaster1.xml" Id="Rd7e5d09b91f3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51d23b43cb4e48" /><Relationship Type="http://schemas.openxmlformats.org/officeDocument/2006/relationships/notesMaster" Target="/ppt/notesMasters/notesMaster1.xml" Id="Re9dac41aa7d549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9e3be1d6b94653" /><Relationship Type="http://schemas.openxmlformats.org/officeDocument/2006/relationships/notesMaster" Target="/ppt/notesMasters/notesMaster1.xml" Id="R970dfba9ae06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894b34352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90623658746c3" /><Relationship Type="http://schemas.openxmlformats.org/officeDocument/2006/relationships/slideLayout" Target="/ppt/slideLayouts/slideLayout1.xml" Id="R432ace65c52b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ace65c52b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a0a0fa293405a" /><Relationship Type="http://schemas.openxmlformats.org/officeDocument/2006/relationships/notesSlide" Target="/ppt/notesSlides/notesSlide1.xml" Id="Rcea58416aa5a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746cf72564f28" /><Relationship Type="http://schemas.openxmlformats.org/officeDocument/2006/relationships/notesSlide" Target="/ppt/notesSlides/notesSlide2.xml" Id="R0594cc6b58c74b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93363f03644e2" /><Relationship Type="http://schemas.openxmlformats.org/officeDocument/2006/relationships/notesSlide" Target="/ppt/notesSlides/notesSlide3.xml" Id="Re17c0a99f0534e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d73a945d54cc7" /><Relationship Type="http://schemas.openxmlformats.org/officeDocument/2006/relationships/notesSlide" Target="/ppt/notesSlides/notesSlide4.xml" Id="Rd3346517265b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9bfb38d624027" /><Relationship Type="http://schemas.openxmlformats.org/officeDocument/2006/relationships/notesSlide" Target="/ppt/notesSlides/notesSlide5.xml" Id="Rcd57292a1968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26614f2d642a3" /><Relationship Type="http://schemas.openxmlformats.org/officeDocument/2006/relationships/notesSlide" Target="/ppt/notesSlides/notesSlide6.xml" Id="Rab16752f2df1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00F6E-1BEF-4FF1-8F7A-D3876E67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40AA0-F839-4E43-888D-598BAA1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E19F4-12B3-4E0C-A5E6-5621C94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5B462-C9C8-4760-85BC-B68B548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AA178-CEA7-47B3-9EDD-9380127D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5684B-DF51-4947-927A-93D72AFE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558CC-AD99-428C-955D-BA5A0EFB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7D73A-F48A-447E-B5B2-40E98EA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E2C0E-3AFD-4963-A75F-C7477E0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942A1-42E0-4BF9-B4D6-53971D5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98F2A-1EAD-423B-9F15-ACC5B70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0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A4FC3-6878-4409-8658-6637C5F2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私域项目运营中台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3DD5A-D42B-42F8-8373-ECDC064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功能升级建议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47D77-913C-48F4-B591-56131827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3A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6C388-EA6E-46C7-BB18-16BB86C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从客资管理，继续走向获客、承接、培育和成交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7216A-9336-4341-9FD4-ADC928E3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69EC7-FF2E-4E2E-B20E-66838F2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良域擎动 · 私域项目运营中台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C520C-DE81-4B40-90DD-81737E6A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客户功能升级提案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A680B-F604-4A1A-84E1-6016B09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A0D40-63CA-4712-B2CB-3B93338A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从客资进入，到成交结果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AE0B4-8B27-4386-99B8-6CB6350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下一阶段功能方向与立项建议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00CB3-B6F9-4724-B724-ABC56CEA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8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</p:spTree>
    <p:extLst>
      <p:ext uri="{BB962C8B-B14F-4D97-AF65-F5344CB8AC3E}">
        <p14:creationId xmlns:p14="http://schemas.microsoft.com/office/powerpoint/2010/main" val="2009453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9C4F8-64C9-4EA8-B252-FF406153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AE900-8998-415E-886B-86DBCEC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E241A-41BD-4657-AF5E-D0665C6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当前基础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77E83-7EF0-42D0-842A-0852511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现有系统已经能承接一条完整客户链路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0BAF4-814D-4116-AE43-DAD7173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F2EC8-C28B-4650-B586-84DB50B8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50DA8-49AA-4049-87C3-8C2C5AA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E1DA0-C365-47BA-AB9F-333FEB5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4FF3D-0DFE-47DD-BE5D-A2F27609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系统已经具备项目试用和日常管理条件。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84328-AA4A-4EAD-B7AD-F5C7D3F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客资进入以后，有记录、有人负责、过程可追踪，项目负责人能看进度，管理者能看结果。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FF899-4CAE-4461-8D9A-D3F02A4C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C1193-AE50-451D-925B-B926A350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96587-8C04-4FA3-B073-A69ABF7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客资进入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86322-7743-45CA-8446-A9E80141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2A693-39B3-4516-A066-5F2C6A1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0E6C3-BE12-4343-938C-95DAF67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07F9B-7B61-4A45-9393-470FA004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分配负责人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6C640-38A4-402B-9AAC-4E13D49D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DCB12-FF23-4BA0-80DF-FA4B0CAF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79108-35BE-4413-8253-FBF41128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C0BFE-AA4D-4E6C-82E0-69C48552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跟进记录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9DA1A-2C84-4836-863E-E109A754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470C0-62CE-44E2-9510-5A57DC63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D21CA-B435-4BA6-930E-25FD2BB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7F13F0-3480-4109-B78F-DF91C9FA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报价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69D68-160E-4C69-B40C-31F503B4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0FD44-E9A5-480E-82DB-B5A137B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CE655-CD84-42B7-AB26-FAF802BA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32BBF-A1C4-483C-BCEA-6634924A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399C93-CDCC-4FAE-A766-0D2E4965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4A326-975C-4340-AF7B-38D4E4D3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7290B-3E80-4B25-9D3C-127D800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90A1E-069E-40EC-A6FF-C9492359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回款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4226FE-CB0D-4CC2-B54A-DBC46BB2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4A938F-C95E-45D4-8A09-E1CE2CC4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客户与项目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24E1AC-D5DD-4499-BDDD-A372EB1E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客户资料、项目、人员和权限统一管理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79DCBF-2826-4C35-8F56-5C5A2028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跟进与结果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D88311-BABF-413A-8CA7-C7C489D4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分配、转交、跟进、成交和回款均可留痕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C5EE38-F8E4-4C25-BB7B-6D52243D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管理与追溯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1E2B7D-92D6-4A1F-B50F-26C48965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审批、凭证、导入确认和关键操作可追溯</a:t>
            </a:r>
          </a:p>
        </p:txBody>
      </p:sp>
    </p:spTree>
    <p:extLst>
      <p:ext uri="{BB962C8B-B14F-4D97-AF65-F5344CB8AC3E}">
        <p14:creationId xmlns:p14="http://schemas.microsoft.com/office/powerpoint/2010/main" val="804148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AC8BD-116D-4544-A802-1DF4F34A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84525-4B65-4103-B49F-4170C55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D7A70-D02F-40FD-A021-52965752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新增入口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CFD75-40AE-4FD1-B50E-D60D9648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抖音接入后，前端客资进入统一管理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1EB56-F652-4D3B-8E7C-005FFB8E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DA57A-5CEF-4D0B-BEFB-C278A5F8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9780C-1AC4-43D6-AB99-CFA55A3F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544C-FEC5-4D5A-B0E6-51D1EF52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04CFC-9B62-4D93-9EC5-F3553C57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第一步先跑通一个账号、一个项目和一批样例。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2459-7A78-42AA-9818-2223DD0A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会上确认范围，细节由双方技术人员会后对接。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E6824-C533-4808-A86C-B8608842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B6472-37FA-4C73-806A-EDF50D66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64463-1CC0-411C-93D2-A80A958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抖音账号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37F79-249D-44B0-B700-CA60E770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直播 / 表单 / 投放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4DFF0-4DCD-4B10-ACE2-45126C5F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302AE-39C2-4F11-A698-3D4E52C9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9525">
            <a:solidFill>
              <a:srgbClr val="071B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1AE3B-3BA3-4F10-9646-E2C1E7DE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F615E-8A8C-4F52-8F01-40686B0D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接收、映射、留痕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631DD-58C4-4C16-B541-18AE70F1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A1746-CD19-4EEB-A634-F979256B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E468D-3975-46E2-98CF-C0348386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项目负责人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063A7-88AA-4CB9-A994-43984D77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认领、跟进、转化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0C4B8-67D5-4F0B-85CF-0492AF06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需要客户配合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B4C8E-F732-4504-8F49-25D808C7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首批账号  /  对应项目  /  样例数据或接口条件  /  字段口径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6E12A-7498-47E7-A1B9-00F37C2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会后确认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B8791-D141-420D-B3E9-70C62D8F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接入方式  ·  重复客资  ·  同步周期  ·  失败重试  ·  授权边界</a:t>
            </a:r>
          </a:p>
        </p:txBody>
      </p:sp>
    </p:spTree>
    <p:extLst>
      <p:ext uri="{BB962C8B-B14F-4D97-AF65-F5344CB8AC3E}">
        <p14:creationId xmlns:p14="http://schemas.microsoft.com/office/powerpoint/2010/main" val="152072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FEC9B6-1E6C-40CC-BED5-3688C02C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2FB70-4CAF-4293-8E71-62B0AEF8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7C0B2-8488-400E-8405-37FCB6A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渠道经营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E3165-055C-47B9-87E4-3D63B64B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下一步要解决：到底哪个渠道带来了成交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3DD45-93AB-43C8-9C91-A1121E35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07DF6-84A4-4FE3-9893-9885FA35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4C11F-960C-425B-8CDF-A9FD6B4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A3571-835D-4EA9-86BD-7352885C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D2A9A-2007-466A-A1FE-2BC4D27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把来源和成交结果连起来，才能判断问题出在哪里。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B5267-EE40-4A2C-8A87-40D19B3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D81D4-4D78-4FAA-8C4B-2AD09903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BF9DA-7978-4BF7-A0EE-9E4B9D5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账号 / 视频 / 直播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5EBDA-534A-403E-9302-602EB36C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C0372-D1C6-42F5-95EB-1A28664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6AB89-B536-4ABD-884E-BF5CC3B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54E4A-920F-4A8E-8371-F2930D9F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9645F-F3C4-4BB6-983E-05DFC63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0AE5C-CA9C-4C7A-AB6E-75A1B4A0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添加企微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E5974-6CE8-440E-A7A9-3932A6FE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C8DFA-FF7F-4893-A127-C1EC8F2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ED5A2-03D0-4E31-A085-E1565CD5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38406-8FDE-4FCE-B604-229DAA3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5E12C-356F-4B10-9EC6-EFA88A5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4B9E3-5577-4155-80E1-DEE38E9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寄样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A2C16-5144-4A5E-A8E6-471B117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04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18F74-85EA-46C7-B066-7EE0E1F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9525">
            <a:solidFill>
              <a:srgbClr val="234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8785A-3005-41F0-84B7-CEEC99AB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回款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D5875-3F81-4C44-954E-ABE8361B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客户能看到的结果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16BC8-0F44-40E3-8AB6-6E9FF6B9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7D4E4-E274-484E-883A-624686B9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来源客资数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24BAC-B85D-4BEF-92FF-A9C0B76E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按账号、项目和来源查看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ECF2D-4E19-4C9F-AEED-21EA9A9E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48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EC04F-6ED6-4877-8A54-F5744668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承接与成交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ECFDD7-D712-4FF2-8D96-254B0771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看添加、沟通、到访和成交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CF28C8-9CCB-4EF9-AE30-B4D79F4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A79449-217C-477F-B37F-F653F5BC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问题定位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03FC6B-7E2F-448A-9957-6DCE9AE9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区分流量、质量和跟进问题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4378D1-3A03-48FB-B055-CADC7918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投放成本和 ROI 可作为后续扩展口径，需结合客户数据条件确认。</a:t>
            </a:r>
          </a:p>
        </p:txBody>
      </p:sp>
    </p:spTree>
    <p:extLst>
      <p:ext uri="{BB962C8B-B14F-4D97-AF65-F5344CB8AC3E}">
        <p14:creationId xmlns:p14="http://schemas.microsoft.com/office/powerpoint/2010/main" val="1719741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9D58C1-6661-49C9-8AC8-C6BA894B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D8CB5-ADE2-4AF3-91A6-44F6461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01C2-CFCC-4030-ACBD-42405345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私域承接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C4707-513D-4A1D-9E97-1EAE2AB7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下一步要解决：客户加企微后有没有真正被承接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693C5-82F4-46CA-B641-74598DD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F3005-5419-44CC-93E4-A5BEBAD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219EF-0C93-4C04-9BC3-E15B720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EFF6E-4579-49E9-B5FA-83EB6ABC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83068-C45F-4786-B4AA-8ED0B70D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项目群里发过消息，不等于客户已经进入沟通。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F392F-C264-469E-9412-A3FD55E2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752B-F4CB-411E-8738-7861381B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235BD-E653-4C90-9F5C-0933F2DC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22C4A-91BB-4B4F-A34F-7D8436F9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已分配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043FA-65AC-4221-A559-B1398A34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AF03D-7C17-4E2A-85FC-FB7A76EF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A981F-731A-4F3D-A52C-24F3A91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F7BFD-C3EB-4EB1-825C-82A247A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已认领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D4B16-C3B3-4ABB-9AE9-606708AB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20748-54B0-4ECB-8303-925DD27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A945A-B127-491C-9C61-FE38E40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BFA57-F5CC-41CA-A05F-15EF2827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已添加企微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04677-1FB9-4283-9292-206225DB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5D202-0742-4F90-A787-807BA26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90E16-0537-4A98-BF41-F87B3C61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23117-8BA1-4E22-B8D8-81C2EA5A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客户通过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A2FA23-7FE0-47D8-B53A-12586A9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43961-3D2E-4A18-A693-AD96DEA7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AC590-031E-489A-B186-F2D1BFF9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0DC02-8128-4292-BA7C-6E996EF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61D4B-969C-4BCB-9AB7-B7BCBDA3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B5D3A-BBA3-4A5E-BDFD-341C3DC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54AAA3-0C89-4BFF-8396-16C2E5E4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B5021-3CDE-45CC-A6D1-0B40A1B2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持续跟进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C8BE1-2CD0-427B-A44D-70FF53F1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7F7BB9-C28B-4288-A9DF-796DB21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可以形成的管理视图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D76FF9-C766-4CD8-9E3F-4D662E52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未添加名单   ·   超时未首次沟通   ·   响应时长   ·   项目承接对比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5324E-FF98-4990-8EBB-8E812764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前提：客户确认企业微信主体、可用接口或第三方能力，以及数据授权范围。</a:t>
            </a:r>
          </a:p>
        </p:txBody>
      </p:sp>
    </p:spTree>
    <p:extLst>
      <p:ext uri="{BB962C8B-B14F-4D97-AF65-F5344CB8AC3E}">
        <p14:creationId xmlns:p14="http://schemas.microsoft.com/office/powerpoint/2010/main" val="1979664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3A5527-AF56-4850-B186-7E203C8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2F1EF-4FA4-4E61-9DBD-7CD3DD2C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8C82C-EAB1-449B-84A6-E51CC5E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1A9DE-53FF-45D5-96A1-64464679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下一步要解决：未成交客户如何持续经营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1CA09-3D47-4021-A92B-6A8CEAD3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DDFE9-5EFD-4E73-9705-D21856BB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0EAD4-3492-47DC-B178-8F85EE54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5D5C0-6602-400F-A77A-20571604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45D91-7C9B-4981-BF78-6AEF4AD5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把客户按状态分开经营，减少漏跟，也让一次性线索有机会变成长期客户。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05729-E33A-4C9A-B446-1B84FF03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分层依据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84B90-99E1-4AAB-80D2-0FD1715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65C8C-6F73-4CE5-AC5B-2BF5855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3429F-F72E-4FFF-B8A2-1FB3ACBF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E844B-94B5-4359-98CC-3B07B1B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意向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1FF70-4531-448E-9825-AD60C49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F6ED7-8858-4EB6-88A7-C71549C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是否加企微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EC9CB-B7D8-4433-AEA6-4A0255C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CAFD3-4564-4DAF-9E6C-A0D003B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是否到访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49120-2613-45E4-87C4-252F7E2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0A32C-D214-4F75-B76C-413E7BB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最近联系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F7045-B761-48A8-BCE2-2B8937D1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7FFBA-3820-4CC0-A672-6B721672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复购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1005D-6476-44BE-98B2-F5934F0F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培育场景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27E86-EB1E-44F2-87D6-7ED9EF97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E77ED-3424-497E-86F4-0EA2E8B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新客欢迎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E0E40-780F-4DD2-8933-02E8A7E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72494-1E7B-42FA-AB46-1A94BF62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未响应补联系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F307C-168A-4881-BBF4-9BB89038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C25A1-14EB-429E-B143-D898FB7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到访后回访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3C671-B8F9-4762-9953-DCABB1F4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C344F-3297-4103-BB45-014E011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长期培育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51393-F756-48BF-B8C9-6E58D810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0CA6EC-2131-4F4B-A3F7-70F06C2E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沉默唤醒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B5F99E-7703-4D6A-8F63-9FD4B810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64FABA-90E8-4E5B-BA1D-97BC00A8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成交后复购 / 转介绍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DEA056-19BC-4F4C-8F6A-9C7F25E8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A9F3E8-FFD7-4696-8EEC-2053D4B9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任务管理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D1B7C8-027B-4A3A-ACA7-2245096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安排员工今天做什么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F54729-54D9-4A85-AA87-48C44A9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C66FB9-D60A-4895-A3C0-06824E0A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根据客户状态持续经营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AAF1D4-39BA-44BF-9187-59CD4723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这两项能力职责不同，可以分阶段规划。</a:t>
            </a:r>
          </a:p>
        </p:txBody>
      </p:sp>
    </p:spTree>
    <p:extLst>
      <p:ext uri="{BB962C8B-B14F-4D97-AF65-F5344CB8AC3E}">
        <p14:creationId xmlns:p14="http://schemas.microsoft.com/office/powerpoint/2010/main" val="330225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2026-09-14T08:06:02.6650000Z</dcterms:created>
  <dcterms:modified xsi:type="dcterms:W3CDTF">2026-09-14T08:06:02.6650000Z</dcterms:modified>
</coreProperties>
</file>